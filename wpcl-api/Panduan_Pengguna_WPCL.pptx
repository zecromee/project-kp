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ediktus Daniel" userId="7254a18f3849c0b5" providerId="LiveId" clId="{A8B2B5FC-D17B-47D9-8D09-6ADF289F7453}"/>
    <pc:docChg chg="undo custSel modSld">
      <pc:chgData name="Benediktus Daniel" userId="7254a18f3849c0b5" providerId="LiveId" clId="{A8B2B5FC-D17B-47D9-8D09-6ADF289F7453}" dt="2026-09-10T05:57:13.929" v="15" actId="1076"/>
      <pc:docMkLst>
        <pc:docMk/>
      </pc:docMkLst>
      <pc:sldChg chg="modSp mod">
        <pc:chgData name="Benediktus Daniel" userId="7254a18f3849c0b5" providerId="LiveId" clId="{A8B2B5FC-D17B-47D9-8D09-6ADF289F7453}" dt="2026-09-02T01:14:07.896" v="1" actId="20577"/>
        <pc:sldMkLst>
          <pc:docMk/>
          <pc:sldMk cId="0" sldId="259"/>
        </pc:sldMkLst>
        <pc:spChg chg="mod">
          <ac:chgData name="Benediktus Daniel" userId="7254a18f3849c0b5" providerId="LiveId" clId="{A8B2B5FC-D17B-47D9-8D09-6ADF289F7453}" dt="2026-09-02T01:14:07.896" v="1" actId="20577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Benediktus Daniel" userId="7254a18f3849c0b5" providerId="LiveId" clId="{A8B2B5FC-D17B-47D9-8D09-6ADF289F7453}" dt="2026-09-02T01:20:16.011" v="3" actId="1076"/>
        <pc:sldMkLst>
          <pc:docMk/>
          <pc:sldMk cId="0" sldId="261"/>
        </pc:sldMkLst>
        <pc:spChg chg="mod">
          <ac:chgData name="Benediktus Daniel" userId="7254a18f3849c0b5" providerId="LiveId" clId="{A8B2B5FC-D17B-47D9-8D09-6ADF289F7453}" dt="2026-09-02T01:20:16.011" v="3" actId="1076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Benediktus Daniel" userId="7254a18f3849c0b5" providerId="LiveId" clId="{A8B2B5FC-D17B-47D9-8D09-6ADF289F7453}" dt="2026-09-10T05:43:22.238" v="12" actId="20577"/>
        <pc:sldMkLst>
          <pc:docMk/>
          <pc:sldMk cId="0" sldId="265"/>
        </pc:sldMkLst>
        <pc:spChg chg="mod">
          <ac:chgData name="Benediktus Daniel" userId="7254a18f3849c0b5" providerId="LiveId" clId="{A8B2B5FC-D17B-47D9-8D09-6ADF289F7453}" dt="2026-09-10T05:42:02.282" v="10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Benediktus Daniel" userId="7254a18f3849c0b5" providerId="LiveId" clId="{A8B2B5FC-D17B-47D9-8D09-6ADF289F7453}" dt="2026-09-10T05:43:22.238" v="12" actId="20577"/>
          <ac:spMkLst>
            <pc:docMk/>
            <pc:sldMk cId="0" sldId="265"/>
            <ac:spMk id="12" creationId="{00000000-0000-0000-0000-000000000000}"/>
          </ac:spMkLst>
        </pc:spChg>
        <pc:spChg chg="mod">
          <ac:chgData name="Benediktus Daniel" userId="7254a18f3849c0b5" providerId="LiveId" clId="{A8B2B5FC-D17B-47D9-8D09-6ADF289F7453}" dt="2026-09-02T01:35:32.339" v="6" actId="14100"/>
          <ac:spMkLst>
            <pc:docMk/>
            <pc:sldMk cId="0" sldId="265"/>
            <ac:spMk id="21" creationId="{00000000-0000-0000-0000-000000000000}"/>
          </ac:spMkLst>
        </pc:spChg>
        <pc:spChg chg="mod">
          <ac:chgData name="Benediktus Daniel" userId="7254a18f3849c0b5" providerId="LiveId" clId="{A8B2B5FC-D17B-47D9-8D09-6ADF289F7453}" dt="2026-09-02T01:35:22.051" v="4" actId="1076"/>
          <ac:spMkLst>
            <pc:docMk/>
            <pc:sldMk cId="0" sldId="265"/>
            <ac:spMk id="22" creationId="{00000000-0000-0000-0000-000000000000}"/>
          </ac:spMkLst>
        </pc:spChg>
      </pc:sldChg>
      <pc:sldChg chg="modSp mod">
        <pc:chgData name="Benediktus Daniel" userId="7254a18f3849c0b5" providerId="LiveId" clId="{A8B2B5FC-D17B-47D9-8D09-6ADF289F7453}" dt="2026-09-10T05:49:15.155" v="13" actId="1076"/>
        <pc:sldMkLst>
          <pc:docMk/>
          <pc:sldMk cId="0" sldId="266"/>
        </pc:sldMkLst>
        <pc:spChg chg="mod">
          <ac:chgData name="Benediktus Daniel" userId="7254a18f3849c0b5" providerId="LiveId" clId="{A8B2B5FC-D17B-47D9-8D09-6ADF289F7453}" dt="2026-09-10T05:49:15.155" v="13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Benediktus Daniel" userId="7254a18f3849c0b5" providerId="LiveId" clId="{A8B2B5FC-D17B-47D9-8D09-6ADF289F7453}" dt="2026-09-02T01:35:45.395" v="7" actId="107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Benediktus Daniel" userId="7254a18f3849c0b5" providerId="LiveId" clId="{A8B2B5FC-D17B-47D9-8D09-6ADF289F7453}" dt="2026-09-02T01:35:51.210" v="8" actId="1076"/>
          <ac:spMkLst>
            <pc:docMk/>
            <pc:sldMk cId="0" sldId="266"/>
            <ac:spMk id="22" creationId="{00000000-0000-0000-0000-000000000000}"/>
          </ac:spMkLst>
        </pc:spChg>
      </pc:sldChg>
      <pc:sldChg chg="modSp mod">
        <pc:chgData name="Benediktus Daniel" userId="7254a18f3849c0b5" providerId="LiveId" clId="{A8B2B5FC-D17B-47D9-8D09-6ADF289F7453}" dt="2026-09-10T05:57:13.929" v="15" actId="1076"/>
        <pc:sldMkLst>
          <pc:docMk/>
          <pc:sldMk cId="0" sldId="268"/>
        </pc:sldMkLst>
        <pc:spChg chg="mod">
          <ac:chgData name="Benediktus Daniel" userId="7254a18f3849c0b5" providerId="LiveId" clId="{A8B2B5FC-D17B-47D9-8D09-6ADF289F7453}" dt="2026-09-10T05:57:13.929" v="15" actId="1076"/>
          <ac:spMkLst>
            <pc:docMk/>
            <pc:sldMk cId="0" sldId="268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PT KERETA API INDONESIA (PERSERO)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FFFFF"/>
                </a:solidFill>
                <a:latin typeface="Segoe UI"/>
              </a:defRPr>
            </a:pPr>
            <a:r>
              <a:t>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69696"/>
                </a:solidFill>
                <a:latin typeface="Segoe UI"/>
              </a:defRPr>
            </a:pPr>
            <a:r>
              <a:t>Panduan Pengguna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E94560"/>
                </a:solidFill>
                <a:latin typeface="Segoe UI"/>
              </a:defRPr>
            </a:pPr>
            <a:r>
              <a:t>WPCL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69696"/>
                </a:solidFill>
                <a:latin typeface="Segoe UI"/>
              </a:defRPr>
            </a:pPr>
            <a:r>
              <a:t>Workstation Passenger Check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Versi 1.0  •  Tahun 2026  •  Depo Kereta Yogyakarta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PANDUAN PENGGUNA WPCL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28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Daftar 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1628"/>
                </a:solidFill>
                <a:latin typeface="Segoe UI"/>
              </a:defRPr>
            </a:pPr>
            <a:r>
              <a:t>Daftar Isi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031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214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214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1628"/>
                </a:solidFill>
                <a:latin typeface="Segoe UI"/>
              </a:defRPr>
            </a:pPr>
            <a:r>
              <a:t>Pendahuluan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5176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700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70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1628"/>
                </a:solidFill>
                <a:latin typeface="Segoe UI"/>
              </a:defRPr>
            </a:pPr>
            <a:r>
              <a:rPr dirty="0" err="1"/>
              <a:t>Memulai</a:t>
            </a:r>
            <a:r>
              <a:rPr dirty="0"/>
              <a:t> (Install &amp; Setup)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0040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2186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186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1628"/>
                </a:solidFill>
                <a:latin typeface="Segoe UI"/>
              </a:defRPr>
            </a:pPr>
            <a:r>
              <a:rPr dirty="0"/>
              <a:t>Panduan </a:t>
            </a:r>
            <a:r>
              <a:rPr dirty="0" err="1"/>
              <a:t>Petugas</a:t>
            </a:r>
            <a:r>
              <a:rPr dirty="0"/>
              <a:t> Lapangan (Mobile)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749039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76732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767327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1628"/>
                </a:solidFill>
                <a:latin typeface="Segoe UI"/>
              </a:defRPr>
            </a:pPr>
            <a:r>
              <a:rPr dirty="0"/>
              <a:t>Panduan Web Admin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297679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31596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15967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1628"/>
                </a:solidFill>
                <a:latin typeface="Segoe UI"/>
              </a:defRPr>
            </a:pPr>
            <a:r>
              <a:rPr dirty="0" err="1"/>
              <a:t>Cetak</a:t>
            </a:r>
            <a:r>
              <a:rPr dirty="0"/>
              <a:t> </a:t>
            </a:r>
            <a:r>
              <a:rPr dirty="0" err="1"/>
              <a:t>Laporan</a:t>
            </a:r>
            <a:r>
              <a:rPr dirty="0"/>
              <a:t> PDF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8463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86460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64607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1628"/>
                </a:solidFill>
                <a:latin typeface="Segoe UI"/>
              </a:defRPr>
            </a:pPr>
            <a:r>
              <a:rPr dirty="0"/>
              <a:t>Panduan Manager &amp; Supervisor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5394959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541324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413247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1628"/>
                </a:solidFill>
                <a:latin typeface="Segoe UI"/>
              </a:defRPr>
            </a:pPr>
            <a:r>
              <a:rPr dirty="0" err="1"/>
              <a:t>Referensi</a:t>
            </a:r>
            <a:r>
              <a:rPr dirty="0"/>
              <a:t> &amp; Troubleshooting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Depo Kereta Yogyakarta — KAI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E94560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9696"/>
                </a:solidFill>
                <a:latin typeface="Segoe UI"/>
              </a:defRPr>
            </a:pPr>
            <a:r>
              <a:t>Tentang WPCL, Persyaratan, dan Alur Kerja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A —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Apa itu WPCL?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50"/>
                </a:solidFill>
                <a:latin typeface="Segoe UI"/>
              </a:defRPr>
            </a:pPr>
            <a:r>
              <a:rPr dirty="0"/>
              <a:t>WPCL (Workstation Passenger Check List)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aplikasi</a:t>
            </a:r>
            <a:r>
              <a:rPr dirty="0"/>
              <a:t> digital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mencatat</a:t>
            </a:r>
            <a:r>
              <a:rPr dirty="0"/>
              <a:t> </a:t>
            </a:r>
            <a:r>
              <a:rPr dirty="0" err="1"/>
              <a:t>hasil</a:t>
            </a:r>
            <a:r>
              <a:rPr dirty="0"/>
              <a:t> </a:t>
            </a:r>
            <a:r>
              <a:rPr dirty="0" err="1"/>
              <a:t>pemeriksaan</a:t>
            </a:r>
            <a:r>
              <a:rPr dirty="0"/>
              <a:t> </a:t>
            </a:r>
            <a:r>
              <a:rPr dirty="0" err="1"/>
              <a:t>kondisi</a:t>
            </a:r>
            <a:r>
              <a:rPr dirty="0"/>
              <a:t> </a:t>
            </a:r>
            <a:r>
              <a:rPr dirty="0" err="1"/>
              <a:t>sarana</a:t>
            </a:r>
            <a:r>
              <a:rPr dirty="0"/>
              <a:t> </a:t>
            </a:r>
            <a:r>
              <a:rPr dirty="0" err="1"/>
              <a:t>kereta</a:t>
            </a:r>
            <a:r>
              <a:rPr dirty="0"/>
              <a:t> </a:t>
            </a:r>
            <a:r>
              <a:rPr dirty="0" err="1"/>
              <a:t>api</a:t>
            </a:r>
            <a:r>
              <a:rPr dirty="0"/>
              <a:t> </a:t>
            </a:r>
            <a:r>
              <a:rPr dirty="0" err="1"/>
              <a:t>penumpang</a:t>
            </a:r>
            <a:r>
              <a:rPr dirty="0"/>
              <a:t>. </a:t>
            </a:r>
            <a:r>
              <a:rPr lang="en-ID" dirty="0" err="1"/>
              <a:t>Seluruh</a:t>
            </a:r>
            <a:r>
              <a:rPr lang="en-ID" dirty="0"/>
              <a:t> proses </a:t>
            </a:r>
            <a:r>
              <a:rPr lang="en-ID" dirty="0" err="1"/>
              <a:t>pemeriksaan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digital.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5029200" cy="13716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Pemeriksaan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657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Checklist CCTV, PIDS Luar, PIDS Dalam, WiFi per gerbong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17520"/>
            <a:ext cx="5029200" cy="13716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32004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Locotrack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657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rPr dirty="0" err="1"/>
              <a:t>Pencatatan</a:t>
            </a:r>
            <a:r>
              <a:rPr dirty="0"/>
              <a:t> </a:t>
            </a:r>
            <a:r>
              <a:rPr dirty="0" err="1"/>
              <a:t>kondisi</a:t>
            </a:r>
            <a:r>
              <a:rPr dirty="0"/>
              <a:t> </a:t>
            </a:r>
            <a:r>
              <a:rPr dirty="0" err="1"/>
              <a:t>lokomotif</a:t>
            </a:r>
            <a:r>
              <a:rPr dirty="0"/>
              <a:t> </a:t>
            </a:r>
            <a:r>
              <a:rPr dirty="0" err="1"/>
              <a:t>pendukung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5029200" cy="13716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Auto-Print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3035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rPr dirty="0" err="1"/>
              <a:t>Laporan</a:t>
            </a:r>
            <a:r>
              <a:rPr dirty="0"/>
              <a:t> </a:t>
            </a:r>
            <a:r>
              <a:rPr dirty="0" err="1"/>
              <a:t>resmi</a:t>
            </a:r>
            <a:r>
              <a:rPr dirty="0"/>
              <a:t> </a:t>
            </a:r>
            <a:r>
              <a:rPr dirty="0" err="1"/>
              <a:t>otomatis</a:t>
            </a:r>
            <a:r>
              <a:rPr dirty="0"/>
              <a:t> </a:t>
            </a:r>
            <a:r>
              <a:rPr dirty="0" err="1"/>
              <a:t>tercetak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6217920" y="4663440"/>
            <a:ext cx="5029200" cy="13716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846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Mobile-Friendly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53035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rPr dirty="0"/>
              <a:t>Bisa </a:t>
            </a:r>
            <a:r>
              <a:rPr dirty="0" err="1"/>
              <a:t>digunakan</a:t>
            </a:r>
            <a:r>
              <a:rPr dirty="0"/>
              <a:t> </a:t>
            </a:r>
            <a:r>
              <a:rPr dirty="0" err="1"/>
              <a:t>langsung</a:t>
            </a:r>
            <a:r>
              <a:rPr dirty="0"/>
              <a:t> di </a:t>
            </a:r>
            <a:r>
              <a:rPr dirty="0" err="1"/>
              <a:t>lapangan</a:t>
            </a:r>
            <a:r>
              <a:rPr dirty="0"/>
              <a:t> via HP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A —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Alur Kerja Pemeriksaan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1828800" cy="182880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9456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Isi Identitas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32918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945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743200"/>
            <a:ext cx="1828800" cy="182880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9456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Checklist</a:t>
            </a:r>
            <a:br/>
            <a:r>
              <a:t>Gerbong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2918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945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743200"/>
            <a:ext cx="1828800" cy="182880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9456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Loco-</a:t>
            </a:r>
            <a:br/>
            <a:r>
              <a:t>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918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945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743200"/>
            <a:ext cx="1828800" cy="182880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94560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Simpan &amp;</a:t>
            </a:r>
            <a:br/>
            <a:r>
              <a:t>Cetak 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96"/>
                </a:solidFill>
                <a:latin typeface="Segoe UI"/>
              </a:defRPr>
            </a:pPr>
            <a:r>
              <a:t>Menu: Identitas Pemeriksaan → Checklist → Locotrack → Simpan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A —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rPr dirty="0" err="1"/>
              <a:t>Persyaratan</a:t>
            </a:r>
            <a:r>
              <a:rPr dirty="0"/>
              <a:t> &amp; Akses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13716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HP Android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7432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rPr dirty="0" err="1"/>
              <a:t>Aplikasi</a:t>
            </a:r>
            <a:r>
              <a:rPr dirty="0"/>
              <a:t> mobile </a:t>
            </a:r>
            <a:r>
              <a:rPr dirty="0" err="1"/>
              <a:t>membutuhkan</a:t>
            </a:r>
            <a:r>
              <a:rPr dirty="0"/>
              <a:t> HP Android + internet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029200" cy="13716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rPr dirty="0" err="1"/>
              <a:t>Koneksi</a:t>
            </a:r>
            <a:r>
              <a:rPr dirty="0"/>
              <a:t> Internet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7432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rPr dirty="0" err="1"/>
              <a:t>WiFi</a:t>
            </a:r>
            <a:r>
              <a:rPr dirty="0"/>
              <a:t> </a:t>
            </a:r>
            <a:r>
              <a:rPr dirty="0" err="1"/>
              <a:t>atau</a:t>
            </a:r>
            <a:r>
              <a:rPr dirty="0"/>
              <a:t> </a:t>
            </a:r>
            <a:r>
              <a:rPr dirty="0" err="1"/>
              <a:t>seluler</a:t>
            </a:r>
            <a:r>
              <a:rPr dirty="0"/>
              <a:t> </a:t>
            </a:r>
            <a:r>
              <a:rPr dirty="0" err="1"/>
              <a:t>stabil</a:t>
            </a:r>
            <a:r>
              <a:rPr dirty="0"/>
              <a:t> — HP &amp; server 1 </a:t>
            </a:r>
            <a:r>
              <a:rPr dirty="0" err="1"/>
              <a:t>jaringan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5029200" cy="13716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rPr dirty="0"/>
              <a:t>Browser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3891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rPr dirty="0"/>
              <a:t>Chrome/Firefox/Edge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akses</a:t>
            </a:r>
            <a:r>
              <a:rPr dirty="0"/>
              <a:t> web 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39"/>
            <a:ext cx="5029200" cy="13716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931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🖨️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Printer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3891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Untuk cetak laporan PDF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A — 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Peran Pengguna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560320" cy="32004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Segoe UI"/>
              </a:defRPr>
            </a:pPr>
            <a:r>
              <a:t>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Petugas Lapangan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94560"/>
                </a:solidFill>
                <a:latin typeface="Segoe UI"/>
              </a:defRPr>
            </a:pPr>
            <a:r>
              <a:t>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Segoe UI"/>
              </a:defRPr>
            </a:pPr>
            <a:r>
              <a:rPr dirty="0"/>
              <a:t>Isi checklist, </a:t>
            </a:r>
            <a:r>
              <a:rPr dirty="0" err="1"/>
              <a:t>locotrack</a:t>
            </a:r>
            <a:r>
              <a:rPr dirty="0"/>
              <a:t>, </a:t>
            </a:r>
            <a:r>
              <a:rPr dirty="0" err="1"/>
              <a:t>cetak</a:t>
            </a:r>
            <a:r>
              <a:rPr dirty="0"/>
              <a:t>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286000"/>
            <a:ext cx="2560320" cy="32004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Supervisor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94560"/>
                </a:solidFill>
                <a:latin typeface="Segoe UI"/>
              </a:defRPr>
            </a:pPr>
            <a:r>
              <a:t>Web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206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Review data, edit, cetak ulang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286000"/>
            <a:ext cx="2560320" cy="32004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94560"/>
                </a:solidFill>
                <a:latin typeface="Segoe UI"/>
              </a:defRPr>
            </a:pPr>
            <a:r>
              <a:t>Web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206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Lihat laporan, monitoring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2286000"/>
            <a:ext cx="2560320" cy="32004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94560"/>
                </a:solidFill>
                <a:latin typeface="Segoe UI"/>
              </a:defRPr>
            </a:pPr>
            <a:r>
              <a:t>Web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206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Kelola data kereta, sarana, pejabat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E94560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MEMULAI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9696"/>
                </a:solidFill>
                <a:latin typeface="Segoe UI"/>
              </a:defRPr>
            </a:pPr>
            <a:r>
              <a:t>Install Aplikasi &amp; Setup Koneksi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B — MEMULAI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rPr dirty="0"/>
              <a:t>Install </a:t>
            </a:r>
            <a:r>
              <a:rPr dirty="0" err="1"/>
              <a:t>Aplikasi</a:t>
            </a:r>
            <a:r>
              <a:rPr dirty="0"/>
              <a:t> Mobile (HP Android)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Minta file APK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14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Dapatkan file wpcl_app-release.apk dari administrator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2186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Buka file APK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Jika muncul peringatan "Sumber tidak dikenal", pilih Izinkan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297679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31596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976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Tunggu instalasi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091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Proses install ~1 menit, aplikasi muncul di menu HP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94959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41324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Buka WPCL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06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Halaman "Identitas Pemeriksaan" akan terbuka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B — MEMULAI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Setup Koneksi API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Buka WPCL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14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rPr dirty="0" err="1"/>
              <a:t>Klik</a:t>
            </a:r>
            <a:r>
              <a:rPr dirty="0"/>
              <a:t> ikon ⚙️ (gear) di </a:t>
            </a:r>
            <a:r>
              <a:rPr dirty="0" err="1"/>
              <a:t>pojok</a:t>
            </a:r>
            <a:r>
              <a:rPr dirty="0"/>
              <a:t> </a:t>
            </a:r>
            <a:r>
              <a:rPr dirty="0" err="1"/>
              <a:t>kanan</a:t>
            </a:r>
            <a:r>
              <a:rPr dirty="0"/>
              <a:t> </a:t>
            </a:r>
            <a:r>
              <a:rPr dirty="0" err="1"/>
              <a:t>atas</a:t>
            </a:r>
            <a:endParaRPr dirty="0"/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2186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Masukkan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rPr lang="en-ID" dirty="0"/>
              <a:t>http://&lt;IP_SERVER&gt;:8000/api</a:t>
            </a:r>
            <a:endParaRPr dirty="0"/>
          </a:p>
        </p:txBody>
      </p:sp>
      <p:sp>
        <p:nvSpPr>
          <p:cNvPr id="13" name="Oval 12"/>
          <p:cNvSpPr/>
          <p:nvPr/>
        </p:nvSpPr>
        <p:spPr>
          <a:xfrm>
            <a:off x="731520" y="4297679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31596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976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rPr dirty="0" err="1"/>
              <a:t>Contoh</a:t>
            </a:r>
            <a:r>
              <a:rPr dirty="0"/>
              <a:t>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091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rPr dirty="0"/>
              <a:t>Lokal: http://192.168.1.5:8000/api  |  Online: https://wpcl-api.vercel.app/api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94959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41324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Simpan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06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Klik tombol "Simpan" — aplikasi akan mengambil data dari server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7814" y="2868929"/>
            <a:ext cx="8585528" cy="731520"/>
          </a:xfrm>
          <a:prstGeom prst="round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2858238" y="50977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56404"/>
                </a:solidFill>
                <a:latin typeface="Segoe UI"/>
              </a:defRPr>
            </a:pPr>
            <a:r>
              <a:t>⚠️ Pastikan HP dan server 1 Wi-Fi yang sama untuk akses lokal.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B — MEMULAI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Cara Mencari IP Server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Buka CMD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327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rPr dirty="0"/>
              <a:t>Buka Command Prompt di PC/laptop server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2186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Ketik perintah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ipconfig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297679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31596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976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rPr dirty="0"/>
              <a:t>Cari IPv4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091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rPr dirty="0"/>
              <a:t>Baris "IPv4 Address" — </a:t>
            </a:r>
            <a:r>
              <a:rPr dirty="0" err="1"/>
              <a:t>contoh</a:t>
            </a:r>
            <a:r>
              <a:rPr dirty="0"/>
              <a:t>: 192.168.1.5 </a:t>
            </a:r>
            <a:r>
              <a:rPr dirty="0" err="1"/>
              <a:t>atau</a:t>
            </a:r>
            <a:r>
              <a:rPr dirty="0"/>
              <a:t> 10.11.0.80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94959"/>
            <a:ext cx="411480" cy="41148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41324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  <a:latin typeface="Segoe UI"/>
              </a:defRPr>
            </a:pPr>
            <a:r>
              <a:t>Masukkan ke HP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06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http://10.11.0.80:8000/api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7415" y="292607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Segoe UI"/>
              </a:defRPr>
            </a:pPr>
            <a:r>
              <a:rPr dirty="0"/>
              <a:t>Akses Online via Cloudflare Tunnel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8588" y="367578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rPr dirty="0" err="1"/>
              <a:t>Jalankan</a:t>
            </a:r>
            <a:r>
              <a:rPr dirty="0"/>
              <a:t>: </a:t>
            </a:r>
            <a:r>
              <a:rPr dirty="0" err="1"/>
              <a:t>cloudflared</a:t>
            </a:r>
            <a:r>
              <a:rPr dirty="0"/>
              <a:t> tunnel --</a:t>
            </a:r>
            <a:r>
              <a:rPr dirty="0" err="1"/>
              <a:t>url</a:t>
            </a:r>
            <a:r>
              <a:rPr dirty="0"/>
              <a:t> http://localhost:8000 → copy link → </a:t>
            </a:r>
            <a:r>
              <a:rPr dirty="0" err="1"/>
              <a:t>masukkan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HP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E94560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PANDUAN PETUGAS LAPANGAN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9696"/>
                </a:solidFill>
                <a:latin typeface="Segoe UI"/>
              </a:defRPr>
            </a:pPr>
            <a:r>
              <a:t>Checklist, Locotrack, dan Cetak PDF via Mobile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C — PETUGAS LAPANGAN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rPr dirty="0"/>
              <a:t>Langkah 1: Isi </a:t>
            </a:r>
            <a:r>
              <a:rPr dirty="0" err="1"/>
              <a:t>Identitas</a:t>
            </a:r>
            <a:r>
              <a:rPr dirty="0"/>
              <a:t> </a:t>
            </a:r>
            <a:r>
              <a:rPr dirty="0" err="1"/>
              <a:t>Pemeriksaan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6400800" cy="41148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Nama Petugas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Wajib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NIP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Wajib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880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No Kereta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Pilih dari dropdown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Tanggal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Tanggal pemeriksaan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Business Area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Opsional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No Referensi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Opsional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2103120"/>
            <a:ext cx="4114800" cy="411480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Setelah semua data diisi: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9260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4"/>
                </a:solidFill>
                <a:latin typeface="Segoe UI"/>
              </a:defRPr>
            </a:pPr>
            <a:r>
              <a:t>• Isi field wajib (Nama, NIP, Kereta, Tanggal)</a:t>
            </a:r>
            <a:br/>
            <a:r>
              <a:t>• Field opsional boleh dikosongkan</a:t>
            </a:r>
            <a:br/>
            <a:r>
              <a:t>• Klik "Selanjutnya" untuk lanjut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4754880"/>
            <a:ext cx="3657600" cy="1097280"/>
          </a:xfrm>
          <a:prstGeom prst="round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0" y="48463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→ Selanjutnya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C — PETUGAS LAPANGAN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Langkah 2: Checklist Pemeriksaan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743200" cy="731520"/>
          </a:xfrm>
          <a:prstGeom prst="round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B — Baik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2103120"/>
            <a:ext cx="2743200" cy="731520"/>
          </a:xfrm>
          <a:prstGeom prst="round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0" y="2148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❌ R — Rusak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103120"/>
            <a:ext cx="2743200" cy="73152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0" y="2148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🚫 T — Tiada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628"/>
                </a:solidFill>
                <a:latin typeface="Segoe UI"/>
              </a:defRPr>
            </a:pPr>
            <a:r>
              <a:t>4 Kategori Pemeriksaan: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029200" cy="9144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CCTV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Kamera pengawas di dalam kereta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49039"/>
            <a:ext cx="5029200" cy="9144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8404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PIDS Luar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Passenger Info Display System luar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46320"/>
            <a:ext cx="5029200" cy="9144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937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PIDS Dalam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Passenger Info Display System dalam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846320"/>
            <a:ext cx="5029200" cy="9144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4937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WiFi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Jaringan WiFi di dalam kereta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Isi B/R/T per kategori per gerbong → Klik "Selanjutnya" → Lanjut ke gerbong berikutnya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C — PETUGAS LAPANGAN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Langkah 3: Pemeriksaan Locotrack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122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Pilih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B (Baik) / R (Rusak) / T (Tiada)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175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0266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Isi No Sarana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Nomor sarana lokomotif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9410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Isi ID Loco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Identitas lokomotif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8463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8554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rPr dirty="0"/>
              <a:t>Isi </a:t>
            </a:r>
            <a:r>
              <a:rPr dirty="0" err="1"/>
              <a:t>Keterangan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411480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Kondisi atau catatan tambahan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628"/>
                </a:solidFill>
                <a:latin typeface="Segoe UI"/>
              </a:defRPr>
            </a:pPr>
            <a:r>
              <a:t>Catatan Keseluruhan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96"/>
                </a:solidFill>
                <a:latin typeface="Segoe UI"/>
              </a:defRPr>
            </a:pPr>
            <a:r>
              <a:t>Scroll ke bawah → Ketik catatan → Klik "Simpan" → PDF otomatis tercetak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C — PETUGAS LAPANGAN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Langkah 4: Simpan &amp; Cetak PDF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122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Klik "Simpan"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Data dikirim ke server dan tersimpan di database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10896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11810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PDF Terbuka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Preview laporan otomatis muncul di layar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1480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1239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Auto-Print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14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PDF otomatis tercetak ke printer yang terhubung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12064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12978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Selesai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Aplikasi kembali ke halaman "Identitas Pemeriksaan"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69280"/>
            <a:ext cx="10972800" cy="731520"/>
          </a:xfrm>
          <a:prstGeom prst="roundRect">
            <a:avLst/>
          </a:prstGeom>
          <a:solidFill>
            <a:srgbClr val="D4E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5724"/>
                </a:solidFill>
                <a:latin typeface="Segoe UI"/>
              </a:defRPr>
            </a:pPr>
            <a:r>
              <a:t>✅ Pemeriksaan berhasil tersimpan! Lihat riwayat di menu "Riwayat" atau di web admin.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E94560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PANDUAN WEB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9696"/>
                </a:solidFill>
                <a:latin typeface="Segoe UI"/>
              </a:defRPr>
            </a:pPr>
            <a:r>
              <a:t>Kelola Data Kereta, Sarana, Pejabat, dan Pemeriksaan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D — WEB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Akses &amp; Menu Web Admin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029200" cy="182880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Cara Akses: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4"/>
                </a:solidFill>
                <a:latin typeface="Segoe UI"/>
              </a:defRPr>
            </a:pPr>
            <a:r>
              <a:rPr dirty="0"/>
              <a:t>1. Buka browser (Chrome/Firefox)</a:t>
            </a:r>
            <a:br>
              <a:rPr dirty="0"/>
            </a:br>
            <a:r>
              <a:rPr dirty="0"/>
              <a:t>2. Akses: http://&lt;IP_SERVER&gt;:8000</a:t>
            </a:r>
            <a:br>
              <a:rPr dirty="0"/>
            </a:br>
            <a:r>
              <a:rPr dirty="0"/>
              <a:t>3. Dashboard </a:t>
            </a:r>
            <a:r>
              <a:rPr dirty="0" err="1"/>
              <a:t>akan</a:t>
            </a:r>
            <a:r>
              <a:rPr dirty="0"/>
              <a:t> </a:t>
            </a:r>
            <a:r>
              <a:rPr dirty="0" err="1"/>
              <a:t>terbuka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9436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rPr dirty="0"/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Ringkasan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8346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34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Kereta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834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Kelola data kereta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Sarana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Kelola gerbong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Pejabat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Kelola pejabat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Pemeriksaan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Lihat &amp; cetak laporan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D — WEB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Kelola Data Kereta &amp; Sarana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122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Klik menu "Kereta"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Daftar kereta ditampilkan dalam tabel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10896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11810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Tambah Kereta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Klik "Tambah Kereta" → isi No KA, Nama, Relasi, Jam → Simpan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1480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1239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Edit/Hapus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14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Klik ikon ✏️ untuk edit, ikon 🗑️ untuk hapus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12064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12978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Kelola Sarana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Klik nama kereta → tambah gerbong (kode, nomor, seri, depo)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69280"/>
            <a:ext cx="10972800" cy="731520"/>
          </a:xfrm>
          <a:prstGeom prst="round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56404"/>
                </a:solidFill>
                <a:latin typeface="Segoe UI"/>
              </a:defRPr>
            </a:pPr>
            <a:r>
              <a:t>⚠️ Data sarana WAJIB diinput sebelum petugas bisa melakukan pemeriksaan.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D — WEB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Kelola Pejabat &amp; Edit Pemeriksaan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122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Kelola Pejabat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Menu "Pejabat" → Tambah (Nama, NIP, Jabatan) → Simpan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10896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11810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Pejabat di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Pejabat aktif ditampilkan di tanda tangan laporan PDF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1480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1239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Edit Pemeriksaan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14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Menu "Pemeriksaan" → Klik "Lihat" → Edit data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12064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12978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No Dokumen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Klik ikon 📄 → isi No Dokumen &amp; Versi → Simpan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E94560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CETAK LAPORAN 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9696"/>
                </a:solidFill>
                <a:latin typeface="Segoe UI"/>
              </a:defRPr>
            </a:pPr>
            <a:r>
              <a:t>Struktur &amp; Cara Cetak Laporan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E — CETAK LAPORAN 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Cara Cetak PDF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560320" cy="22860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Dari 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PDF otomatis tercetak</a:t>
            </a:r>
            <a:br/>
            <a:r>
              <a:t>setelah klik "Simpan"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286000"/>
            <a:ext cx="2560320" cy="22860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Dari Web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74903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Klik "Cetak" pada</a:t>
            </a:r>
            <a:br/>
            <a:r>
              <a:t>baris pemeriksaan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286000"/>
            <a:ext cx="2560320" cy="22860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Direct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74903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Buka: /pemeriksaan/{id}/print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286000"/>
            <a:ext cx="2560320" cy="22860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Cetak Ulang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74903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  <a:latin typeface="Segoe UI"/>
              </a:defRPr>
            </a:pPr>
            <a:r>
              <a:t>Detail pemeriksaan →</a:t>
            </a:r>
            <a:br/>
            <a:r>
              <a:t>klik "Cetak"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628"/>
                </a:solidFill>
                <a:latin typeface="Segoe UI"/>
              </a:defRPr>
            </a:pPr>
            <a:r>
              <a:t>Struktur Laporan PDF: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Header (No Dokumen, Versi) → Data Petugas → Data Kereta → Tabel Pemeriksaan → Locotrack → Catatan → Tanda Tangan Pejabat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E94560"/>
                </a:solidFill>
                <a:latin typeface="Segoe UI"/>
              </a:defRPr>
            </a:pPr>
            <a:r>
              <a:t>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PANDUAN MANAGER &amp; SUPERVISOR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9696"/>
                </a:solidFill>
                <a:latin typeface="Segoe UI"/>
              </a:defRPr>
            </a:pPr>
            <a:r>
              <a:t>Monitoring &amp; Dashboard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F — MANAGER &amp; SUPERVISOR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Monitoring Pemeriksaan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122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Buka "Pemeriksaan"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Di web admin, klik menu Pemeriksaan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175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0266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Filter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Berdasarkan tanggal, kereta, atau petugas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9410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Lihat Detail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Klik "Lihat" untuk data lengkap per gerbong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846320"/>
            <a:ext cx="365760" cy="36576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8554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1628"/>
                </a:solidFill>
                <a:latin typeface="Segoe UI"/>
              </a:defRPr>
            </a:pPr>
            <a:r>
              <a:t>Cetak 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Klik "Cetak" untuk unduh laporan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628"/>
                </a:solidFill>
                <a:latin typeface="Segoe UI"/>
              </a:defRPr>
            </a:pPr>
            <a:r>
              <a:t>Dashboard Menampilkan: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🚂 Kereta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🚃 Sarana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🔍 Pemeriksaan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Segoe UI"/>
              </a:defRPr>
            </a:pPr>
            <a:r>
              <a:t>👤 Pejabat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E94560"/>
                </a:solidFill>
                <a:latin typeface="Segoe UI"/>
              </a:defRPr>
            </a:pPr>
            <a:r>
              <a:t>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REFERENSI &amp;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9696"/>
                </a:solidFill>
                <a:latin typeface="Segoe UI"/>
              </a:defRPr>
            </a:pPr>
            <a:r>
              <a:t>Masalah Umum &amp; Solusi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BAB G —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Segoe UI"/>
              </a:defRPr>
            </a:pPr>
            <a:r>
              <a:t>Masalah Umum &amp; Solusi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10972800" cy="6858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628"/>
                </a:solidFill>
                <a:latin typeface="Segoe UI"/>
              </a:defRPr>
            </a:pPr>
            <a:r>
              <a:t>Aplikasi tidak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URL salah / server mati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628"/>
                </a:solidFill>
                <a:latin typeface="Segoe UI"/>
              </a:defRPr>
            </a:pPr>
            <a:r>
              <a:t>Cek URL di ⚙️ → pastikan IP &amp; port benar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628"/>
                </a:solidFill>
                <a:latin typeface="Segoe UI"/>
              </a:defRPr>
            </a:pPr>
            <a:r>
              <a:t>Error 401 (Unauthorized)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834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Token tidak cocok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628"/>
                </a:solidFill>
                <a:latin typeface="Segoe UI"/>
              </a:defRPr>
            </a:pPr>
            <a:r>
              <a:t>Hubungi admin untuk update token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0440"/>
            <a:ext cx="10972800" cy="6858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628"/>
                </a:solidFill>
                <a:latin typeface="Segoe UI"/>
              </a:defRPr>
            </a:pPr>
            <a:r>
              <a:t>Pilihan kereta kosong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Belum ada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628"/>
                </a:solidFill>
                <a:latin typeface="Segoe UI"/>
              </a:defRPr>
            </a:pPr>
            <a:r>
              <a:t>Input data kereta via web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628"/>
                </a:solidFill>
                <a:latin typeface="Segoe UI"/>
              </a:defRPr>
            </a:pPr>
            <a:r>
              <a:t>"Pilih Kereta" tidak bisa klik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Tidak ada sarana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628"/>
                </a:solidFill>
                <a:latin typeface="Segoe UI"/>
              </a:defRPr>
            </a:pPr>
            <a:r>
              <a:t>Input data sarana/gerbong via web admin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83480"/>
            <a:ext cx="10972800" cy="685800"/>
          </a:xfrm>
          <a:prstGeom prst="roundRect">
            <a:avLst/>
          </a:prstGeom>
          <a:solidFill>
            <a:srgbClr val="F0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628"/>
                </a:solidFill>
                <a:latin typeface="Segoe UI"/>
              </a:defRPr>
            </a:pPr>
            <a:r>
              <a:t>PDF tidak tercetak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Printer tidak terhubung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628"/>
                </a:solidFill>
                <a:latin typeface="Segoe UI"/>
              </a:defRPr>
            </a:pPr>
            <a:r>
              <a:t>Cek koneksi printer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628"/>
                </a:solidFill>
                <a:latin typeface="Segoe UI"/>
              </a:defRPr>
            </a:pPr>
            <a:r>
              <a:t>Error "could not find driver"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96"/>
                </a:solidFill>
                <a:latin typeface="Segoe UI"/>
              </a:defRPr>
            </a:pPr>
            <a:r>
              <a:t>PHP extension belum aktif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760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A1628"/>
                </a:solidFill>
                <a:latin typeface="Segoe UI"/>
              </a:defRPr>
            </a:pPr>
            <a:r>
              <a:t>Laragon → PHP → Extensions → centang pdo_mysql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FFFFF"/>
                </a:solidFill>
                <a:latin typeface="Segoe UI"/>
              </a:defRPr>
            </a:pPr>
            <a:r>
              <a:t>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69696"/>
                </a:solidFill>
                <a:latin typeface="Segoe UI"/>
              </a:defRPr>
            </a:pPr>
            <a:r>
              <a:t>Semoga WPCL membantu pekerjaan sehari-hari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69696"/>
                </a:solidFill>
                <a:latin typeface="Segoe UI"/>
              </a:defRPr>
            </a:pPr>
            <a:r>
              <a:t>WPCL v1.0 — Depo Kereta Yogyakarta — KAI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05050"/>
                </a:solidFill>
                <a:latin typeface="Segoe UI"/>
              </a:defRPr>
            </a:pPr>
            <a:r>
              <a:t>Dokumen ini untuk seluruh pengguna WPCL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1314</Words>
  <Application>Microsoft Office PowerPoint</Application>
  <PresentationFormat>Widescreen</PresentationFormat>
  <Paragraphs>328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Benediktus Daniel</cp:lastModifiedBy>
  <cp:revision>1</cp:revision>
  <dcterms:created xsi:type="dcterms:W3CDTF">2013-01-27T09:14:16Z</dcterms:created>
  <dcterms:modified xsi:type="dcterms:W3CDTF">2026-09-10T06:28:22Z</dcterms:modified>
  <cp:category/>
</cp:coreProperties>
</file>