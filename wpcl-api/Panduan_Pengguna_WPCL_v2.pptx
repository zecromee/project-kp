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PT KERETA API INDONESIA (PERSERO)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Segoe UI"/>
              </a:defRPr>
            </a:pPr>
            <a:r>
              <a:t>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69696"/>
                </a:solidFill>
                <a:latin typeface="Segoe UI"/>
              </a:defRPr>
            </a:pPr>
            <a:r>
              <a:t>Panduan Pengguna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E94560"/>
                </a:solidFill>
                <a:latin typeface="Segoe UI"/>
              </a:defRPr>
            </a:pPr>
            <a:r>
              <a:t>WPCL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69696"/>
                </a:solidFill>
                <a:latin typeface="Segoe UI"/>
              </a:defRPr>
            </a:pPr>
            <a:r>
              <a:t>Workstation Passenger Check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Versi 1.0  •  Tahun 2026  •  Depo Kereta Yogyakarta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PANDUAN PENGGUNA WPCL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Daftar 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Segoe UI"/>
              </a:defRPr>
            </a:pPr>
            <a:r>
              <a:t>Daftar Isi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214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t>Pendahuluan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70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t>Memulai (Install &amp; Setup)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004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186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186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t>Panduan Petugas Lapangan (Mobile)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749039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6732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6732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t>Panduan Web Admin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297679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1596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1596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t>Cetak Laporan PDF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8463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6460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6460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t>Panduan Manager &amp; Supervisor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394959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41324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1324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t>Referensi &amp; Troubleshooting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Depo Kereta Yogyakarta — KAI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Tentang WPCL, Persyaratan, dan Alur Kerja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A —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Apa itu WPCL?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Segoe UI"/>
              </a:defRPr>
            </a:pPr>
            <a:r>
              <a:t>WPCL (Workstation Passenger Check List) adalah aplikasi digital untuk mencatat hasil pemeriksaan kondisi sarana kereta api penumpang. Seluruh proses pemeriksaan dilakukan secara digital.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Pemeriksaan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657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Checklist CCTV, PIDS Luar, PIDS Dalam, WiFi per gerbong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Locotrack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657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Pencatatan kondisi lokomotif pendukung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Auto-Print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303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Laporan resmi otomatis tercetak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Mobile-Friendly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303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Bisa digunakan langsung di lapangan via HP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A —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Alur Kerja Pemeriksaan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828800" cy="18288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Isi Identitas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2918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743200"/>
            <a:ext cx="1828800" cy="18288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Checklist</a:t>
            </a:r>
            <a:br/>
            <a:r>
              <a:t>Gerbong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2918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43200"/>
            <a:ext cx="1828800" cy="18288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Loco-</a:t>
            </a:r>
            <a:br/>
            <a:r>
              <a:t>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743200"/>
            <a:ext cx="1828800" cy="18288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Simpan &amp;</a:t>
            </a:r>
            <a:br/>
            <a:r>
              <a:t>Cetak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Segoe UI"/>
              </a:defRPr>
            </a:pPr>
            <a:r>
              <a:t>Menu: Identitas Pemeriksaan → Checklist → Locotrack → Simpan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A —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Persyaratan &amp; Akses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HP 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7432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Aplikasi mobile membutuhkan HP Android + internet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Koneksi 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7432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WiFi atau seluler stabil — HP &amp; server 1 jaringan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389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Chrome/Firefox/Edge untuk akses web 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🖨️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Printer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389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Untuk cetak laporan PDF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A —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Peran Pengguna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560320" cy="3200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Petugas Lapangan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94560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Isi checklist, locotrack, cetak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2560320" cy="3200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94560"/>
                </a:solidFill>
                <a:latin typeface="Segoe UI"/>
              </a:defRPr>
            </a:pPr>
            <a:r>
              <a:t>Web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Review data, edit, cetak ulang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286000"/>
            <a:ext cx="2560320" cy="3200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94560"/>
                </a:solidFill>
                <a:latin typeface="Segoe UI"/>
              </a:defRPr>
            </a:pPr>
            <a:r>
              <a:t>Web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Lihat laporan, monitoring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286000"/>
            <a:ext cx="2560320" cy="3200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94560"/>
                </a:solidFill>
                <a:latin typeface="Segoe UI"/>
              </a:defRPr>
            </a:pPr>
            <a:r>
              <a:t>Web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Kelola data kereta, sarana, pejabat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MEMULAI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Install Aplikasi &amp; Setup Koneksi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B — MEMULAI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Install Aplikasi Mobile (HP Android)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Minta file APK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Dapatkan file wpcl_app-release.apk dari administrator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18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Buka file APK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Jika muncul peringatan "Sumber tidak dikenal", pilih Izinkan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97679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1596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Tunggu instalasi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091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Proses install ~1 menit, aplikasi muncul di menu HP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94959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41324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Buka WPCL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Halaman "Identitas Pemeriksaan" akan terbuka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B — MEMULAI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Setup Koneksi API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Buka WPCL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ikon ⚙️ (gear) di pojok kanan atas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18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Masukkan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http://&lt;IP_SERVER&gt;:8000/api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97679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1596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Contoh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091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Lokal: http://192.168.1.5:8000/api  |  Online: https://wpcl-api.vercel.app/api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94959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41324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Simpan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tombol "Simpan" — aplikasi akan mengambil data dari 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0972800" cy="731520"/>
          </a:xfrm>
          <a:prstGeom prst="round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6404"/>
                </a:solidFill>
                <a:latin typeface="Segoe UI"/>
              </a:defRPr>
            </a:pPr>
            <a:r>
              <a:t>⚠️ Pastikan HP dan server 1 Wi-Fi yang sama untuk akses lokal.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B — MEMULAI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Cara Mencari IP Server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Buka CMD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Buka Command Prompt di PC/laptop server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18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Ketik perintah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ipconfig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97679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1596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Cari IPv4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091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Baris "IPv4 Address" — contoh: 192.168.1.5 atau 192.168.100.57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94959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41324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Masukkan ke HP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http://192.168.100.57:8000/api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Segoe UI"/>
              </a:defRPr>
            </a:pPr>
            <a:r>
              <a:t>Akses Online via Cloudflare Tunnel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Jalankan: cloudflared tunnel --url http://localhost:8000 → copy link → masukkan ke HP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PANDUAN PETUGAS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Checklist, Locotrack, dan Cetak PDF via Mobile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C — PETUGAS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Langkah 1: Isi Identitas Pemeriksaan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6400800" cy="41148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Nama Petugas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Wajib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NIP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Wajib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No Kereta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Pilih dari dropdown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Tanggal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Tanggal pemeriksaan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Business 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Opsional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No Referensi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Opsional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103120"/>
            <a:ext cx="4114800" cy="41148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Setelah semua data diisi: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9260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  <a:latin typeface="Segoe UI"/>
              </a:defRPr>
            </a:pPr>
            <a:r>
              <a:t>• Isi field wajib (Nama, NIP, Kereta, Tanggal)</a:t>
            </a:r>
            <a:br/>
            <a:r>
              <a:t>• Field opsional boleh dikosongkan</a:t>
            </a:r>
            <a:br/>
            <a:r>
              <a:t>• Klik "Selanjutnya" untuk lanjut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4754880"/>
            <a:ext cx="3657600" cy="109728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4846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→ Selanjutnya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C — PETUGAS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Langkah 2: Checklist Pemeriksaan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743200" cy="731520"/>
          </a:xfrm>
          <a:prstGeom prst="round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B — Baik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103120"/>
            <a:ext cx="2743200" cy="731520"/>
          </a:xfrm>
          <a:prstGeom prst="round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2148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❌ R — Rusak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103120"/>
            <a:ext cx="2743200" cy="73152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148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🚫 T — Tiada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Segoe UI"/>
              </a:defRPr>
            </a:pPr>
            <a:r>
              <a:t>4 Kategori Pemeriksaan: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029200" cy="914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CCTV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Kamera pengawas di dalam kereta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39"/>
            <a:ext cx="5029200" cy="914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PIDS Luar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Passenger Info Display System luar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5029200" cy="914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PIDS Dalam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Passenger Info Display System dalam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46320"/>
            <a:ext cx="5029200" cy="914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37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WiFi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Jaringan WiFi di dalam kereta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Isi B/R/T per kategori per gerbong → Klik "Selanjutnya" → Lanjut ke gerbong berikutnya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C — PETUGAS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Langkah 3: Pemeriksaan Locotrack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122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Pilih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B (Baik) / R (Rusak) / T (Tiada)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266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Isi No Sarana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Nomor sarana lokomotif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410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Isi ID Loco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Identitas lokomotif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554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Isi Keterangan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Kondisi atau catatan tambahan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Segoe UI"/>
              </a:defRPr>
            </a:pPr>
            <a:r>
              <a:t>Catatan Keseluruhan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96"/>
                </a:solidFill>
                <a:latin typeface="Segoe UI"/>
              </a:defRPr>
            </a:pPr>
            <a:r>
              <a:t>Scroll ke bawah → Ketik catatan → Klik "Simpan" → PDF otomatis tercetak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C — PETUGAS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Langkah 4: Simpan &amp; Cetak PDF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122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Klik "Simpan"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Data dikirim ke server dan tersimpan di database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PDF Terbuka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Preview laporan otomatis muncul di layar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Auto-Print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PDF otomatis tercetak ke printer yang terhubung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12064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2978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Selesai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Aplikasi kembali ke halaman "Identitas Pemeriksaan"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0972800" cy="731520"/>
          </a:xfrm>
          <a:prstGeom prst="roundRect">
            <a:avLst/>
          </a:prstGeom>
          <a:solidFill>
            <a:srgbClr val="D4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5724"/>
                </a:solidFill>
                <a:latin typeface="Segoe UI"/>
              </a:defRPr>
            </a:pPr>
            <a:r>
              <a:t>✅ Pemeriksaan berhasil tersimpan! Lihat riwayat di menu "Riwayat" atau di web admin.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PANDUAN WEB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Kelola Data Kereta, Sarana, Pejabat, dan Pemeriksaan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D — WEB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Akses &amp; Menu Web 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029200" cy="18288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Cara Akses: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  <a:latin typeface="Segoe UI"/>
              </a:defRPr>
            </a:pPr>
            <a:r>
              <a:t>1. Buka browser (Chrome/Firefox)</a:t>
            </a:r>
            <a:br/>
            <a:r>
              <a:t>2. Akses: http://&lt;IP_SERVER&gt;:8000</a:t>
            </a:r>
            <a:br/>
            <a:r>
              <a:t>3. Dashboard akan terbuka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Ringkasan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8346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Kereta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834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Kelola data kereta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Sarana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Kelola gerbong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Pejabat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Kelola pejabat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Pemeriksaan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Lihat &amp; cetak laporan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D — WEB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Kelola Data Kereta &amp; Sarana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122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Klik menu "Kereta"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Daftar kereta ditampilkan dalam tabel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Tambah Kereta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"Tambah Kereta" → isi No KA, Nama, Relasi, Jam → Simpan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Edit/Hapus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ikon ✏️ untuk edit, ikon 🗑️ untuk hapus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12064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2978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Kelola Sarana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nama kereta → tambah gerbong (kode, nomor, seri, depo)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0972800" cy="731520"/>
          </a:xfrm>
          <a:prstGeom prst="round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6404"/>
                </a:solidFill>
                <a:latin typeface="Segoe UI"/>
              </a:defRPr>
            </a:pPr>
            <a:r>
              <a:t>⚠️ Data sarana WAJIB diinput sebelum petugas bisa melakukan pemeriksaan.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D — WEB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Kelola Pejabat &amp; Edit Pemeriksaan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122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Kelola Pejabat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Menu "Pejabat" → Tambah (Nama, NIP, Jabatan) → Simpan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Pejabat di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Pejabat aktif ditampilkan di tanda tangan laporan PDF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Edit Pemeriksaan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Menu "Pemeriksaan" → Klik "Lihat" → Edit data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12064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2978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No Dokumen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ikon 📄 → isi No Dokumen &amp; Versi → Simpan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CETAK LAPORAN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Struktur &amp; Cara Cetak Laporan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E — CETAK LAPORAN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Cara Cetak 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560320" cy="22860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Dari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PDF otomatis tercetak</a:t>
            </a:r>
            <a:br/>
            <a:r>
              <a:t>setelah klik "Simpan"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286000"/>
            <a:ext cx="2560320" cy="22860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Dari Web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74903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Klik "Cetak" pada</a:t>
            </a:r>
            <a:br/>
            <a:r>
              <a:t>baris pemeriksaan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286000"/>
            <a:ext cx="2560320" cy="22860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Direct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74903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Buka: /pemeriksaan/{id}/print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286000"/>
            <a:ext cx="2560320" cy="22860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Cetak Ulang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74903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Detail pemeriksaan →</a:t>
            </a:r>
            <a:br/>
            <a:r>
              <a:t>klik "Cetak"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Segoe UI"/>
              </a:defRPr>
            </a:pPr>
            <a:r>
              <a:t>Struktur Laporan PDF: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Header (No Dokumen, Versi) → Data Petugas → Data Kereta → Tabel Pemeriksaan → Locotrack → Catatan → Tanda Tangan Pejabat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PANDUAN MANAGER &amp;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Monitoring &amp; 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F — MANAGER &amp;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Monitoring Pemeriksaan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122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Buka "Pemeriksaan"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Di web admin, klik menu Pemeriksaan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266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Filter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Berdasarkan tanggal, kereta, atau petugas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410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Lihat Detail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"Lihat" untuk data lengkap per gerbong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554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Cetak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"Cetak" untuk unduh laporan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Segoe UI"/>
              </a:defRPr>
            </a:pPr>
            <a:r>
              <a:t>Dashboard Menampilkan: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🚂 Kereta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🚃 Sarana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🔍 Pemeriksaan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👤 Pejabat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REFERENSI &amp;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Masalah Umum &amp; Solusi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G —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Masalah Umum &amp; Solusi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10972800" cy="6858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628"/>
                </a:solidFill>
                <a:latin typeface="Segoe UI"/>
              </a:defRPr>
            </a:pPr>
            <a:r>
              <a:t>Aplikasi tidak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URL salah / server mati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628"/>
                </a:solidFill>
                <a:latin typeface="Segoe UI"/>
              </a:defRPr>
            </a:pPr>
            <a:r>
              <a:t>Cek URL di ⚙️ → pastikan IP &amp; port benar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628"/>
                </a:solidFill>
                <a:latin typeface="Segoe UI"/>
              </a:defRPr>
            </a:pPr>
            <a:r>
              <a:t>Error 401 (Unauthorized)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834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Token tidak cocok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628"/>
                </a:solidFill>
                <a:latin typeface="Segoe UI"/>
              </a:defRPr>
            </a:pPr>
            <a:r>
              <a:t>Hubungi admin untuk update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10972800" cy="6858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628"/>
                </a:solidFill>
                <a:latin typeface="Segoe UI"/>
              </a:defRPr>
            </a:pPr>
            <a:r>
              <a:t>Pilihan kereta kosong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Belum ada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628"/>
                </a:solidFill>
                <a:latin typeface="Segoe UI"/>
              </a:defRPr>
            </a:pPr>
            <a:r>
              <a:t>Input data kereta via web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628"/>
                </a:solidFill>
                <a:latin typeface="Segoe UI"/>
              </a:defRPr>
            </a:pPr>
            <a:r>
              <a:t>"Pilih Kereta" tidak bisa klik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Tidak ada sarana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628"/>
                </a:solidFill>
                <a:latin typeface="Segoe UI"/>
              </a:defRPr>
            </a:pPr>
            <a:r>
              <a:t>Input data sarana/gerbong via web admin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83480"/>
            <a:ext cx="10972800" cy="6858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628"/>
                </a:solidFill>
                <a:latin typeface="Segoe UI"/>
              </a:defRPr>
            </a:pPr>
            <a:r>
              <a:t>PDF tidak tercetak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Printer tidak terhubung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628"/>
                </a:solidFill>
                <a:latin typeface="Segoe UI"/>
              </a:defRPr>
            </a:pPr>
            <a:r>
              <a:t>Cek koneksi printer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628"/>
                </a:solidFill>
                <a:latin typeface="Segoe UI"/>
              </a:defRPr>
            </a:pPr>
            <a:r>
              <a:t>Error "could not find driver"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PHP extension belum aktif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628"/>
                </a:solidFill>
                <a:latin typeface="Segoe UI"/>
              </a:defRPr>
            </a:pPr>
            <a:r>
              <a:t>Laragon → PHP → Extensions → centang pdo_mysql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Segoe UI"/>
              </a:defRPr>
            </a:pPr>
            <a:r>
              <a:t>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69696"/>
                </a:solidFill>
                <a:latin typeface="Segoe UI"/>
              </a:defRPr>
            </a:pPr>
            <a:r>
              <a:t>Semoga WPCL membantu pekerjaan sehari-hari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WPCL v1.0 — Depo Kereta Yogyakarta — KAI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050"/>
                </a:solidFill>
                <a:latin typeface="Segoe UI"/>
              </a:defRPr>
            </a:pPr>
            <a:r>
              <a:t>Dokumen ini untuk seluruh pengguna WPCL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